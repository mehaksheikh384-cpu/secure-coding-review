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393F81-C43F-47E0-937D-47F8446EE62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4"/>
            <p14:sldId id="263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54955" y="1756372"/>
            <a:ext cx="8825658" cy="3021008"/>
          </a:xfrm>
        </p:spPr>
        <p:txBody>
          <a:bodyPr/>
          <a:lstStyle/>
          <a:p>
            <a:r>
              <a:rPr lang="en-US" dirty="0" smtClean="0"/>
              <a:t>Secure </a:t>
            </a:r>
            <a:r>
              <a:rPr lang="en-US" dirty="0"/>
              <a:t>C</a:t>
            </a:r>
            <a:r>
              <a:rPr lang="en-US" dirty="0" smtClean="0"/>
              <a:t>oding Review </a:t>
            </a:r>
            <a:r>
              <a:rPr lang="en-US" dirty="0"/>
              <a:t/>
            </a:r>
            <a:br>
              <a:rPr lang="en-US" dirty="0"/>
            </a:br>
            <a:r>
              <a:rPr lang="en-US" sz="3200" dirty="0" err="1" smtClean="0"/>
              <a:t>CodeAlpha</a:t>
            </a:r>
            <a:r>
              <a:rPr lang="en-US" sz="3200" dirty="0" smtClean="0"/>
              <a:t> </a:t>
            </a:r>
            <a:r>
              <a:rPr lang="en-US" sz="3200" dirty="0" err="1" smtClean="0"/>
              <a:t>CyberSecurity</a:t>
            </a:r>
            <a:r>
              <a:rPr lang="en-US" sz="3200" dirty="0" smtClean="0"/>
              <a:t> Internship</a:t>
            </a:r>
            <a:br>
              <a:rPr lang="en-US" sz="3200" dirty="0" smtClean="0"/>
            </a:br>
            <a:r>
              <a:rPr lang="en-US" sz="3200" dirty="0" smtClean="0"/>
              <a:t>Task 3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Prepared by </a:t>
            </a:r>
            <a:r>
              <a:rPr lang="en-US" sz="2800" dirty="0" err="1" smtClean="0"/>
              <a:t>mehakshaikh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056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Secure </a:t>
            </a:r>
            <a:r>
              <a:rPr lang="en-US" sz="2400" dirty="0"/>
              <a:t>coding is the practice of writing software that is resistant to security vulnerabilities.</a:t>
            </a:r>
          </a:p>
          <a:p>
            <a:r>
              <a:rPr lang="en-US" sz="2400" dirty="0" smtClean="0"/>
              <a:t>It </a:t>
            </a:r>
            <a:r>
              <a:rPr lang="en-US" sz="2400" dirty="0"/>
              <a:t>helps protect applications from cyber attacks.</a:t>
            </a:r>
          </a:p>
          <a:p>
            <a:r>
              <a:rPr lang="en-US" sz="2400" dirty="0" smtClean="0"/>
              <a:t>Improves </a:t>
            </a:r>
            <a:r>
              <a:rPr lang="en-US" sz="2400" dirty="0"/>
              <a:t>security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101120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Selected Language </a:t>
            </a:r>
            <a:r>
              <a:rPr lang="en-US" dirty="0"/>
              <a:t>A</a:t>
            </a:r>
            <a:r>
              <a:rPr lang="en-US" dirty="0" smtClean="0"/>
              <a:t>nd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Programming Language: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Application: Simple Login System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User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Username and Password Verification</a:t>
            </a:r>
          </a:p>
        </p:txBody>
      </p:sp>
    </p:spTree>
    <p:extLst>
      <p:ext uri="{BB962C8B-B14F-4D97-AF65-F5344CB8AC3E}">
        <p14:creationId xmlns:p14="http://schemas.microsoft.com/office/powerpoint/2010/main" val="402103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Vulnerable Code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username = input(“Username:”)</a:t>
            </a:r>
          </a:p>
          <a:p>
            <a:r>
              <a:rPr lang="en-US" dirty="0"/>
              <a:t>password = input(“Password:”)</a:t>
            </a:r>
          </a:p>
          <a:p>
            <a:endParaRPr lang="en-US" dirty="0"/>
          </a:p>
          <a:p>
            <a:r>
              <a:rPr lang="en-US" dirty="0"/>
              <a:t>query = “SELECT * FROM users WHERE username=’” + username + “’ AND password=’” + password + “’”</a:t>
            </a:r>
          </a:p>
          <a:p>
            <a:endParaRPr lang="en-US" dirty="0"/>
          </a:p>
          <a:p>
            <a:r>
              <a:rPr lang="en-US" dirty="0"/>
              <a:t>Issue:</a:t>
            </a:r>
          </a:p>
          <a:p>
            <a:pPr marL="0" indent="0">
              <a:buNone/>
            </a:pPr>
            <a:r>
              <a:rPr lang="en-US" dirty="0" smtClean="0"/>
              <a:t>•   </a:t>
            </a:r>
            <a:r>
              <a:rPr lang="en-US" dirty="0"/>
              <a:t>User input is directly inserted into the SQL query.</a:t>
            </a:r>
          </a:p>
        </p:txBody>
      </p:sp>
    </p:spTree>
    <p:extLst>
      <p:ext uri="{BB962C8B-B14F-4D97-AF65-F5344CB8AC3E}">
        <p14:creationId xmlns:p14="http://schemas.microsoft.com/office/powerpoint/2010/main" val="414565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Vulnerability – SQL Injection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User </a:t>
            </a:r>
            <a:r>
              <a:rPr lang="en-US" dirty="0"/>
              <a:t>input is not properly validated.</a:t>
            </a:r>
          </a:p>
          <a:p>
            <a:r>
              <a:rPr lang="en-US" dirty="0" smtClean="0"/>
              <a:t> </a:t>
            </a:r>
            <a:r>
              <a:rPr lang="en-US" dirty="0"/>
              <a:t>Attackers can manipulate SQL queries.</a:t>
            </a:r>
          </a:p>
          <a:p>
            <a:r>
              <a:rPr lang="en-US" dirty="0" smtClean="0"/>
              <a:t> </a:t>
            </a:r>
            <a:r>
              <a:rPr lang="en-US" dirty="0"/>
              <a:t>Unauthorized access may occur.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 smtClean="0"/>
              <a:t>     ’ </a:t>
            </a:r>
            <a:r>
              <a:rPr lang="en-US" dirty="0"/>
              <a:t>OR ‘1’=’1</a:t>
            </a:r>
          </a:p>
        </p:txBody>
      </p:sp>
    </p:spTree>
    <p:extLst>
      <p:ext uri="{BB962C8B-B14F-4D97-AF65-F5344CB8AC3E}">
        <p14:creationId xmlns:p14="http://schemas.microsoft.com/office/powerpoint/2010/main" val="38991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– Plain Text Passwords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Passwords are stored without hashing.</a:t>
            </a:r>
          </a:p>
          <a:p>
            <a:r>
              <a:rPr lang="en-US" dirty="0" smtClean="0"/>
              <a:t> </a:t>
            </a:r>
            <a:r>
              <a:rPr lang="en-US" dirty="0"/>
              <a:t>Sensitive information can be exposed.</a:t>
            </a:r>
          </a:p>
          <a:p>
            <a:endParaRPr lang="en-US" dirty="0"/>
          </a:p>
          <a:p>
            <a:r>
              <a:rPr lang="en-US" dirty="0"/>
              <a:t>Risks:</a:t>
            </a:r>
          </a:p>
          <a:p>
            <a:pPr marL="0" indent="0">
              <a:buNone/>
            </a:pPr>
            <a:r>
              <a:rPr lang="en-US" dirty="0" smtClean="0"/>
              <a:t>•     Data </a:t>
            </a:r>
            <a:r>
              <a:rPr lang="en-US" dirty="0"/>
              <a:t>Breach</a:t>
            </a:r>
          </a:p>
          <a:p>
            <a:pPr marL="0" indent="0">
              <a:buNone/>
            </a:pPr>
            <a:r>
              <a:rPr lang="en-US" dirty="0" smtClean="0"/>
              <a:t>•     </a:t>
            </a:r>
            <a:r>
              <a:rPr lang="en-US" dirty="0"/>
              <a:t>Account Compromise</a:t>
            </a:r>
          </a:p>
        </p:txBody>
      </p:sp>
    </p:spTree>
    <p:extLst>
      <p:ext uri="{BB962C8B-B14F-4D97-AF65-F5344CB8AC3E}">
        <p14:creationId xmlns:p14="http://schemas.microsoft.com/office/powerpoint/2010/main" val="309823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Analysis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 </a:t>
            </a:r>
            <a:r>
              <a:rPr lang="en-US" sz="2400" dirty="0"/>
              <a:t>Bandit (Static Analysis Tool)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Manual Code Review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Input Validation Testing</a:t>
            </a:r>
          </a:p>
        </p:txBody>
      </p:sp>
    </p:spTree>
    <p:extLst>
      <p:ext uri="{BB962C8B-B14F-4D97-AF65-F5344CB8AC3E}">
        <p14:creationId xmlns:p14="http://schemas.microsoft.com/office/powerpoint/2010/main" val="29790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Coding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Use Parameterized Queries</a:t>
            </a:r>
          </a:p>
          <a:p>
            <a:r>
              <a:rPr lang="en-US" dirty="0" smtClean="0"/>
              <a:t> </a:t>
            </a:r>
            <a:r>
              <a:rPr lang="en-US" dirty="0"/>
              <a:t>Hash Passwords Using </a:t>
            </a:r>
            <a:r>
              <a:rPr lang="en-US" dirty="0" err="1"/>
              <a:t>bcrypt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Validate User Inputs</a:t>
            </a:r>
          </a:p>
          <a:p>
            <a:r>
              <a:rPr lang="en-US" dirty="0" smtClean="0"/>
              <a:t> </a:t>
            </a:r>
            <a:r>
              <a:rPr lang="en-US" dirty="0"/>
              <a:t>Implement Error Handling</a:t>
            </a:r>
          </a:p>
          <a:p>
            <a:r>
              <a:rPr lang="en-US" dirty="0" smtClean="0"/>
              <a:t> </a:t>
            </a:r>
            <a:r>
              <a:rPr lang="en-US" dirty="0"/>
              <a:t>Follow Least Privilege Principle</a:t>
            </a:r>
          </a:p>
        </p:txBody>
      </p:sp>
    </p:spTree>
    <p:extLst>
      <p:ext uri="{BB962C8B-B14F-4D97-AF65-F5344CB8AC3E}">
        <p14:creationId xmlns:p14="http://schemas.microsoft.com/office/powerpoint/2010/main" val="397303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Remediation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cursor.execute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 smtClean="0"/>
              <a:t>        “</a:t>
            </a:r>
            <a:r>
              <a:rPr lang="en-US" dirty="0"/>
              <a:t>SELECT * FROM users WHERE username=? AND password=?”,</a:t>
            </a:r>
          </a:p>
          <a:p>
            <a:pPr marL="0" indent="0">
              <a:buNone/>
            </a:pPr>
            <a:r>
              <a:rPr lang="en-US" dirty="0" smtClean="0"/>
              <a:t>           (</a:t>
            </a:r>
            <a:r>
              <a:rPr lang="en-US" dirty="0"/>
              <a:t>username, password)</a:t>
            </a:r>
          </a:p>
          <a:p>
            <a:pPr marL="0" indent="0">
              <a:buNone/>
            </a:pPr>
            <a:r>
              <a:rPr lang="en-US" dirty="0" smtClean="0"/>
              <a:t>           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Benefits:</a:t>
            </a:r>
          </a:p>
          <a:p>
            <a:pPr marL="0" indent="0">
              <a:buNone/>
            </a:pPr>
            <a:r>
              <a:rPr lang="en-US" dirty="0"/>
              <a:t>• Prevents SQL Injection</a:t>
            </a:r>
          </a:p>
          <a:p>
            <a:pPr marL="0" indent="0">
              <a:buNone/>
            </a:pPr>
            <a:r>
              <a:rPr lang="en-US" dirty="0"/>
              <a:t>• Improves Security</a:t>
            </a:r>
          </a:p>
        </p:txBody>
      </p:sp>
    </p:spTree>
    <p:extLst>
      <p:ext uri="{BB962C8B-B14F-4D97-AF65-F5344CB8AC3E}">
        <p14:creationId xmlns:p14="http://schemas.microsoft.com/office/powerpoint/2010/main" val="85307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Security vulnerabilities were identified.</a:t>
            </a:r>
          </a:p>
          <a:p>
            <a:r>
              <a:rPr lang="en-US" dirty="0" smtClean="0"/>
              <a:t> </a:t>
            </a:r>
            <a:r>
              <a:rPr lang="en-US" dirty="0"/>
              <a:t>Secure coding practices reduce cyber risks.</a:t>
            </a:r>
          </a:p>
          <a:p>
            <a:r>
              <a:rPr lang="en-US" dirty="0" smtClean="0"/>
              <a:t> </a:t>
            </a:r>
            <a:r>
              <a:rPr lang="en-US" dirty="0"/>
              <a:t>Regular code reviews improve software security.</a:t>
            </a:r>
          </a:p>
          <a:p>
            <a:endParaRPr lang="en-US" dirty="0"/>
          </a:p>
          <a:p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055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54</TotalTime>
  <Words>269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Secure Coding Review  CodeAlpha CyberSecurity Internship Task 3 </vt:lpstr>
      <vt:lpstr>Introduction</vt:lpstr>
      <vt:lpstr>Selected Language And Application</vt:lpstr>
      <vt:lpstr>Vulnerable Code Example</vt:lpstr>
      <vt:lpstr>Vulnerability – SQL Injection</vt:lpstr>
      <vt:lpstr>Vulnerability – Plain Text Passwords</vt:lpstr>
      <vt:lpstr>Security Analysis Tools</vt:lpstr>
      <vt:lpstr>Secure Coding Recommendations</vt:lpstr>
      <vt:lpstr>Remediation Example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Coding Review  CodeAlpha CyberSecurity Internship Task 3</dc:title>
  <dc:creator>IRFAN</dc:creator>
  <cp:lastModifiedBy>IRFAN</cp:lastModifiedBy>
  <cp:revision>4</cp:revision>
  <dcterms:created xsi:type="dcterms:W3CDTF">2026-06-17T13:31:57Z</dcterms:created>
  <dcterms:modified xsi:type="dcterms:W3CDTF">2026-06-17T14:26:44Z</dcterms:modified>
</cp:coreProperties>
</file>